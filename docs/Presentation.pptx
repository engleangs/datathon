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63" r:id="rId5"/>
    <p:sldId id="265" r:id="rId6"/>
    <p:sldId id="264" r:id="rId7"/>
    <p:sldId id="261" r:id="rId8"/>
    <p:sldId id="262" r:id="rId9"/>
    <p:sldId id="260" r:id="rId10"/>
    <p:sldId id="25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0" dt="2026-09-24T06:11:11.527"/>
    <p1510:client id="{1F6F9AA5-1798-4A76-9CDC-18213B581C69}" v="604" dt="2026-09-24T22:41:53.772"/>
    <p1510:client id="{2996B367-4DB4-8A35-A3BE-5EA3E35A0CF4}" v="239" dt="2026-09-24T22:24:51.759"/>
    <p1510:client id="{39AB80A0-F20B-D990-02D9-6E697026BAB3}" v="168" dt="2026-09-24T06:08:55.243"/>
    <p1510:client id="{BFC23BA4-C63C-36BF-8EB9-6B93B08DBB9E}" v="20" dt="2026-09-24T06:15:37.7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chit Sood" userId="S::asoo584@uoa.auckland.ac.nz::9d41b14a-cd81-4b24-b079-19cb99a76403" providerId="AD" clId="Web-{00000000-0000-0000-0000-000000000000}"/>
    <pc:docChg chg="modSld">
      <pc:chgData name="Anchit Sood" userId="S::asoo584@uoa.auckland.ac.nz::9d41b14a-cd81-4b24-b079-19cb99a76403" providerId="AD" clId="Web-{00000000-0000-0000-0000-000000000000}" dt="2026-09-24T06:11:11.324" v="8" actId="20577"/>
      <pc:docMkLst>
        <pc:docMk/>
      </pc:docMkLst>
      <pc:sldChg chg="modSp">
        <pc:chgData name="Anchit Sood" userId="S::asoo584@uoa.auckland.ac.nz::9d41b14a-cd81-4b24-b079-19cb99a76403" providerId="AD" clId="Web-{00000000-0000-0000-0000-000000000000}" dt="2026-09-24T06:11:11.324" v="8" actId="20577"/>
        <pc:sldMkLst>
          <pc:docMk/>
          <pc:sldMk cId="1107240684" sldId="257"/>
        </pc:sldMkLst>
        <pc:spChg chg="mod">
          <ac:chgData name="Anchit Sood" userId="S::asoo584@uoa.auckland.ac.nz::9d41b14a-cd81-4b24-b079-19cb99a76403" providerId="AD" clId="Web-{00000000-0000-0000-0000-000000000000}" dt="2026-09-24T06:11:11.324" v="8" actId="20577"/>
          <ac:spMkLst>
            <pc:docMk/>
            <pc:sldMk cId="1107240684" sldId="257"/>
            <ac:spMk id="3" creationId="{78042308-7323-425F-09B3-5242957C504D}"/>
          </ac:spMkLst>
        </pc:spChg>
      </pc:sldChg>
    </pc:docChg>
  </pc:docChgLst>
  <pc:docChgLst>
    <pc:chgData name="Eng Leang Sam" userId="S::esam570@uoa.auckland.ac.nz::1307b15c-f6de-451b-9b03-20b0bc15d4b6" providerId="AD" clId="Web-{39AB80A0-F20B-D990-02D9-6E697026BAB3}"/>
    <pc:docChg chg="modSld">
      <pc:chgData name="Eng Leang Sam" userId="S::esam570@uoa.auckland.ac.nz::1307b15c-f6de-451b-9b03-20b0bc15d4b6" providerId="AD" clId="Web-{39AB80A0-F20B-D990-02D9-6E697026BAB3}" dt="2026-09-24T06:08:54.946" v="133" actId="20577"/>
      <pc:docMkLst>
        <pc:docMk/>
      </pc:docMkLst>
      <pc:sldChg chg="modSp">
        <pc:chgData name="Eng Leang Sam" userId="S::esam570@uoa.auckland.ac.nz::1307b15c-f6de-451b-9b03-20b0bc15d4b6" providerId="AD" clId="Web-{39AB80A0-F20B-D990-02D9-6E697026BAB3}" dt="2026-09-24T06:08:54.946" v="133" actId="20577"/>
        <pc:sldMkLst>
          <pc:docMk/>
          <pc:sldMk cId="1222390188" sldId="258"/>
        </pc:sldMkLst>
        <pc:spChg chg="mod">
          <ac:chgData name="Eng Leang Sam" userId="S::esam570@uoa.auckland.ac.nz::1307b15c-f6de-451b-9b03-20b0bc15d4b6" providerId="AD" clId="Web-{39AB80A0-F20B-D990-02D9-6E697026BAB3}" dt="2026-09-24T06:08:54.946" v="133" actId="20577"/>
          <ac:spMkLst>
            <pc:docMk/>
            <pc:sldMk cId="1222390188" sldId="258"/>
            <ac:spMk id="3" creationId="{D8BD4295-4029-8F07-F1DA-A0559276C359}"/>
          </ac:spMkLst>
        </pc:spChg>
      </pc:sldChg>
      <pc:sldChg chg="modSp">
        <pc:chgData name="Eng Leang Sam" userId="S::esam570@uoa.auckland.ac.nz::1307b15c-f6de-451b-9b03-20b0bc15d4b6" providerId="AD" clId="Web-{39AB80A0-F20B-D990-02D9-6E697026BAB3}" dt="2026-09-24T06:05:29.410" v="88" actId="20577"/>
        <pc:sldMkLst>
          <pc:docMk/>
          <pc:sldMk cId="3932914214" sldId="259"/>
        </pc:sldMkLst>
        <pc:spChg chg="mod">
          <ac:chgData name="Eng Leang Sam" userId="S::esam570@uoa.auckland.ac.nz::1307b15c-f6de-451b-9b03-20b0bc15d4b6" providerId="AD" clId="Web-{39AB80A0-F20B-D990-02D9-6E697026BAB3}" dt="2026-09-24T06:05:29.410" v="88" actId="20577"/>
          <ac:spMkLst>
            <pc:docMk/>
            <pc:sldMk cId="3932914214" sldId="259"/>
            <ac:spMk id="3" creationId="{A69931DF-5E4C-E9EA-46E5-02BE9D8260A4}"/>
          </ac:spMkLst>
        </pc:spChg>
      </pc:sldChg>
      <pc:sldChg chg="modSp">
        <pc:chgData name="Eng Leang Sam" userId="S::esam570@uoa.auckland.ac.nz::1307b15c-f6de-451b-9b03-20b0bc15d4b6" providerId="AD" clId="Web-{39AB80A0-F20B-D990-02D9-6E697026BAB3}" dt="2026-09-24T06:04:28.486" v="62" actId="20577"/>
        <pc:sldMkLst>
          <pc:docMk/>
          <pc:sldMk cId="1951795872" sldId="260"/>
        </pc:sldMkLst>
        <pc:spChg chg="mod">
          <ac:chgData name="Eng Leang Sam" userId="S::esam570@uoa.auckland.ac.nz::1307b15c-f6de-451b-9b03-20b0bc15d4b6" providerId="AD" clId="Web-{39AB80A0-F20B-D990-02D9-6E697026BAB3}" dt="2026-09-24T06:04:28.486" v="62" actId="20577"/>
          <ac:spMkLst>
            <pc:docMk/>
            <pc:sldMk cId="1951795872" sldId="260"/>
            <ac:spMk id="3" creationId="{5617A17F-443C-7C53-2C02-38C8849FC56E}"/>
          </ac:spMkLst>
        </pc:spChg>
      </pc:sldChg>
      <pc:sldChg chg="addSp delSp modSp">
        <pc:chgData name="Eng Leang Sam" userId="S::esam570@uoa.auckland.ac.nz::1307b15c-f6de-451b-9b03-20b0bc15d4b6" providerId="AD" clId="Web-{39AB80A0-F20B-D990-02D9-6E697026BAB3}" dt="2026-09-24T06:08:08.070" v="125" actId="14100"/>
        <pc:sldMkLst>
          <pc:docMk/>
          <pc:sldMk cId="1928700728" sldId="261"/>
        </pc:sldMkLst>
        <pc:spChg chg="del">
          <ac:chgData name="Eng Leang Sam" userId="S::esam570@uoa.auckland.ac.nz::1307b15c-f6de-451b-9b03-20b0bc15d4b6" providerId="AD" clId="Web-{39AB80A0-F20B-D990-02D9-6E697026BAB3}" dt="2026-09-24T05:58:42.368" v="0"/>
          <ac:spMkLst>
            <pc:docMk/>
            <pc:sldMk cId="1928700728" sldId="261"/>
            <ac:spMk id="3" creationId="{64FA0C88-DE19-527C-73C6-620FC77E6A09}"/>
          </ac:spMkLst>
        </pc:spChg>
        <pc:spChg chg="add del mod">
          <ac:chgData name="Eng Leang Sam" userId="S::esam570@uoa.auckland.ac.nz::1307b15c-f6de-451b-9b03-20b0bc15d4b6" providerId="AD" clId="Web-{39AB80A0-F20B-D990-02D9-6E697026BAB3}" dt="2026-09-24T06:02:26.546" v="7"/>
          <ac:spMkLst>
            <pc:docMk/>
            <pc:sldMk cId="1928700728" sldId="261"/>
            <ac:spMk id="6" creationId="{075FF558-E2A4-B2A8-6497-BFE85F5EE2C8}"/>
          </ac:spMkLst>
        </pc:spChg>
        <pc:spChg chg="add mod">
          <ac:chgData name="Eng Leang Sam" userId="S::esam570@uoa.auckland.ac.nz::1307b15c-f6de-451b-9b03-20b0bc15d4b6" providerId="AD" clId="Web-{39AB80A0-F20B-D990-02D9-6E697026BAB3}" dt="2026-09-24T06:07:55.117" v="122" actId="14100"/>
          <ac:spMkLst>
            <pc:docMk/>
            <pc:sldMk cId="1928700728" sldId="261"/>
            <ac:spMk id="9" creationId="{B603D50B-3657-83C4-EB31-B8540E6402EC}"/>
          </ac:spMkLst>
        </pc:spChg>
        <pc:picChg chg="add del mod ord">
          <ac:chgData name="Eng Leang Sam" userId="S::esam570@uoa.auckland.ac.nz::1307b15c-f6de-451b-9b03-20b0bc15d4b6" providerId="AD" clId="Web-{39AB80A0-F20B-D990-02D9-6E697026BAB3}" dt="2026-09-24T06:02:15.483" v="6"/>
          <ac:picMkLst>
            <pc:docMk/>
            <pc:sldMk cId="1928700728" sldId="261"/>
            <ac:picMk id="4" creationId="{811AD07F-323D-21D3-8AB8-243EF03E3A1A}"/>
          </ac:picMkLst>
        </pc:picChg>
        <pc:picChg chg="add mod ord">
          <ac:chgData name="Eng Leang Sam" userId="S::esam570@uoa.auckland.ac.nz::1307b15c-f6de-451b-9b03-20b0bc15d4b6" providerId="AD" clId="Web-{39AB80A0-F20B-D990-02D9-6E697026BAB3}" dt="2026-09-24T06:08:08.070" v="125" actId="14100"/>
          <ac:picMkLst>
            <pc:docMk/>
            <pc:sldMk cId="1928700728" sldId="261"/>
            <ac:picMk id="7" creationId="{6B5AF03C-CD8A-0C57-C737-6A61075134FA}"/>
          </ac:picMkLst>
        </pc:picChg>
        <pc:picChg chg="add del mod">
          <ac:chgData name="Eng Leang Sam" userId="S::esam570@uoa.auckland.ac.nz::1307b15c-f6de-451b-9b03-20b0bc15d4b6" providerId="AD" clId="Web-{39AB80A0-F20B-D990-02D9-6E697026BAB3}" dt="2026-09-24T06:07:16.163" v="90"/>
          <ac:picMkLst>
            <pc:docMk/>
            <pc:sldMk cId="1928700728" sldId="261"/>
            <ac:picMk id="8" creationId="{075CB8DE-238C-6AEE-CAB6-3E5705352159}"/>
          </ac:picMkLst>
        </pc:picChg>
      </pc:sldChg>
    </pc:docChg>
  </pc:docChgLst>
  <pc:docChgLst>
    <pc:chgData name="Anchit Sood" userId="S::asoo584@uoa.auckland.ac.nz::9d41b14a-cd81-4b24-b079-19cb99a76403" providerId="AD" clId="Web-{2996B367-4DB4-8A35-A3BE-5EA3E35A0CF4}"/>
    <pc:docChg chg="addSld delSld modSld sldOrd">
      <pc:chgData name="Anchit Sood" userId="S::asoo584@uoa.auckland.ac.nz::9d41b14a-cd81-4b24-b079-19cb99a76403" providerId="AD" clId="Web-{2996B367-4DB4-8A35-A3BE-5EA3E35A0CF4}" dt="2026-09-24T22:24:50.602" v="210" actId="20577"/>
      <pc:docMkLst>
        <pc:docMk/>
      </pc:docMkLst>
      <pc:sldChg chg="modSp">
        <pc:chgData name="Anchit Sood" userId="S::asoo584@uoa.auckland.ac.nz::9d41b14a-cd81-4b24-b079-19cb99a76403" providerId="AD" clId="Web-{2996B367-4DB4-8A35-A3BE-5EA3E35A0CF4}" dt="2026-09-24T22:18:36.395" v="191" actId="20577"/>
        <pc:sldMkLst>
          <pc:docMk/>
          <pc:sldMk cId="3656008761" sldId="256"/>
        </pc:sldMkLst>
        <pc:spChg chg="mod">
          <ac:chgData name="Anchit Sood" userId="S::asoo584@uoa.auckland.ac.nz::9d41b14a-cd81-4b24-b079-19cb99a76403" providerId="AD" clId="Web-{2996B367-4DB4-8A35-A3BE-5EA3E35A0CF4}" dt="2026-09-24T22:18:36.395" v="191" actId="20577"/>
          <ac:spMkLst>
            <pc:docMk/>
            <pc:sldMk cId="3656008761" sldId="256"/>
            <ac:spMk id="4" creationId="{EEA8A93A-DC2E-F4FC-FB7A-5B7E1F60C53F}"/>
          </ac:spMkLst>
        </pc:spChg>
      </pc:sldChg>
      <pc:sldChg chg="modSp">
        <pc:chgData name="Anchit Sood" userId="S::asoo584@uoa.auckland.ac.nz::9d41b14a-cd81-4b24-b079-19cb99a76403" providerId="AD" clId="Web-{2996B367-4DB4-8A35-A3BE-5EA3E35A0CF4}" dt="2026-09-24T21:18:00.775" v="14" actId="20577"/>
        <pc:sldMkLst>
          <pc:docMk/>
          <pc:sldMk cId="1951795872" sldId="260"/>
        </pc:sldMkLst>
        <pc:spChg chg="mod">
          <ac:chgData name="Anchit Sood" userId="S::asoo584@uoa.auckland.ac.nz::9d41b14a-cd81-4b24-b079-19cb99a76403" providerId="AD" clId="Web-{2996B367-4DB4-8A35-A3BE-5EA3E35A0CF4}" dt="2026-09-24T21:18:00.775" v="14" actId="20577"/>
          <ac:spMkLst>
            <pc:docMk/>
            <pc:sldMk cId="1951795872" sldId="260"/>
            <ac:spMk id="3" creationId="{5617A17F-443C-7C53-2C02-38C8849FC56E}"/>
          </ac:spMkLst>
        </pc:spChg>
      </pc:sldChg>
      <pc:sldChg chg="ord">
        <pc:chgData name="Anchit Sood" userId="S::asoo584@uoa.auckland.ac.nz::9d41b14a-cd81-4b24-b079-19cb99a76403" providerId="AD" clId="Web-{2996B367-4DB4-8A35-A3BE-5EA3E35A0CF4}" dt="2026-09-24T22:10:35.452" v="107"/>
        <pc:sldMkLst>
          <pc:docMk/>
          <pc:sldMk cId="1928700728" sldId="261"/>
        </pc:sldMkLst>
      </pc:sldChg>
      <pc:sldChg chg="ord">
        <pc:chgData name="Anchit Sood" userId="S::asoo584@uoa.auckland.ac.nz::9d41b14a-cd81-4b24-b079-19cb99a76403" providerId="AD" clId="Web-{2996B367-4DB4-8A35-A3BE-5EA3E35A0CF4}" dt="2026-09-24T22:10:35.499" v="108"/>
        <pc:sldMkLst>
          <pc:docMk/>
          <pc:sldMk cId="2366777948" sldId="262"/>
        </pc:sldMkLst>
      </pc:sldChg>
      <pc:sldChg chg="addSp delSp modSp new mod setBg">
        <pc:chgData name="Anchit Sood" userId="S::asoo584@uoa.auckland.ac.nz::9d41b14a-cd81-4b24-b079-19cb99a76403" providerId="AD" clId="Web-{2996B367-4DB4-8A35-A3BE-5EA3E35A0CF4}" dt="2026-09-24T22:13:25.157" v="110"/>
        <pc:sldMkLst>
          <pc:docMk/>
          <pc:sldMk cId="1984705461" sldId="263"/>
        </pc:sldMkLst>
        <pc:spChg chg="mod">
          <ac:chgData name="Anchit Sood" userId="S::asoo584@uoa.auckland.ac.nz::9d41b14a-cd81-4b24-b079-19cb99a76403" providerId="AD" clId="Web-{2996B367-4DB4-8A35-A3BE-5EA3E35A0CF4}" dt="2026-09-24T22:01:29.163" v="83" actId="20577"/>
          <ac:spMkLst>
            <pc:docMk/>
            <pc:sldMk cId="1984705461" sldId="263"/>
            <ac:spMk id="2" creationId="{21BE7316-AF34-91B5-E898-EA8F81A67731}"/>
          </ac:spMkLst>
        </pc:spChg>
        <pc:spChg chg="add del">
          <ac:chgData name="Anchit Sood" userId="S::asoo584@uoa.auckland.ac.nz::9d41b14a-cd81-4b24-b079-19cb99a76403" providerId="AD" clId="Web-{2996B367-4DB4-8A35-A3BE-5EA3E35A0CF4}" dt="2026-09-24T21:59:19.802" v="18"/>
          <ac:spMkLst>
            <pc:docMk/>
            <pc:sldMk cId="1984705461" sldId="263"/>
            <ac:spMk id="3" creationId="{E4DCE498-BBC5-081D-4D18-EB9ED0C13527}"/>
          </ac:spMkLst>
        </pc:spChg>
        <pc:spChg chg="add del mod">
          <ac:chgData name="Anchit Sood" userId="S::asoo584@uoa.auckland.ac.nz::9d41b14a-cd81-4b24-b079-19cb99a76403" providerId="AD" clId="Web-{2996B367-4DB4-8A35-A3BE-5EA3E35A0CF4}" dt="2026-09-24T21:59:51.943" v="22"/>
          <ac:spMkLst>
            <pc:docMk/>
            <pc:sldMk cId="1984705461" sldId="263"/>
            <ac:spMk id="8" creationId="{C66F1E7E-EF6D-3954-2F4D-05A45BBDF3F6}"/>
          </ac:spMkLst>
        </pc:spChg>
        <pc:graphicFrameChg chg="add del mod ord modGraphic">
          <ac:chgData name="Anchit Sood" userId="S::asoo584@uoa.auckland.ac.nz::9d41b14a-cd81-4b24-b079-19cb99a76403" providerId="AD" clId="Web-{2996B367-4DB4-8A35-A3BE-5EA3E35A0CF4}" dt="2026-09-24T21:59:01.880" v="17"/>
          <ac:graphicFrameMkLst>
            <pc:docMk/>
            <pc:sldMk cId="1984705461" sldId="263"/>
            <ac:graphicFrameMk id="5" creationId="{83B23E74-0277-7C68-4F9B-255ADD3D46A6}"/>
          </ac:graphicFrameMkLst>
        </pc:graphicFrameChg>
        <pc:graphicFrameChg chg="add mod ord modGraphic">
          <ac:chgData name="Anchit Sood" userId="S::asoo584@uoa.auckland.ac.nz::9d41b14a-cd81-4b24-b079-19cb99a76403" providerId="AD" clId="Web-{2996B367-4DB4-8A35-A3BE-5EA3E35A0CF4}" dt="2026-09-24T22:13:25.157" v="110"/>
          <ac:graphicFrameMkLst>
            <pc:docMk/>
            <pc:sldMk cId="1984705461" sldId="263"/>
            <ac:graphicFrameMk id="10" creationId="{D741ADC8-E1AE-C525-0F71-CD4223CB7E98}"/>
          </ac:graphicFrameMkLst>
        </pc:graphicFrameChg>
        <pc:picChg chg="add del mod ord">
          <ac:chgData name="Anchit Sood" userId="S::asoo584@uoa.auckland.ac.nz::9d41b14a-cd81-4b24-b079-19cb99a76403" providerId="AD" clId="Web-{2996B367-4DB4-8A35-A3BE-5EA3E35A0CF4}" dt="2026-09-24T21:59:44.365" v="21"/>
          <ac:picMkLst>
            <pc:docMk/>
            <pc:sldMk cId="1984705461" sldId="263"/>
            <ac:picMk id="6" creationId="{069D1123-2A24-0E56-8AD7-0D97190F946F}"/>
          </ac:picMkLst>
        </pc:picChg>
      </pc:sldChg>
      <pc:sldChg chg="addSp delSp modSp add mod ord replId setBg">
        <pc:chgData name="Anchit Sood" userId="S::asoo584@uoa.auckland.ac.nz::9d41b14a-cd81-4b24-b079-19cb99a76403" providerId="AD" clId="Web-{2996B367-4DB4-8A35-A3BE-5EA3E35A0CF4}" dt="2026-09-24T22:24:50.602" v="210" actId="20577"/>
        <pc:sldMkLst>
          <pc:docMk/>
          <pc:sldMk cId="76147684" sldId="264"/>
        </pc:sldMkLst>
        <pc:spChg chg="mod">
          <ac:chgData name="Anchit Sood" userId="S::asoo584@uoa.auckland.ac.nz::9d41b14a-cd81-4b24-b079-19cb99a76403" providerId="AD" clId="Web-{2996B367-4DB4-8A35-A3BE-5EA3E35A0CF4}" dt="2026-09-24T22:24:50.602" v="210" actId="20577"/>
          <ac:spMkLst>
            <pc:docMk/>
            <pc:sldMk cId="76147684" sldId="264"/>
            <ac:spMk id="2" creationId="{A62ADB35-826C-61BC-CABE-C24EC3EB4232}"/>
          </ac:spMkLst>
        </pc:spChg>
        <pc:spChg chg="del">
          <ac:chgData name="Anchit Sood" userId="S::asoo584@uoa.auckland.ac.nz::9d41b14a-cd81-4b24-b079-19cb99a76403" providerId="AD" clId="Web-{2996B367-4DB4-8A35-A3BE-5EA3E35A0CF4}" dt="2026-09-24T22:16:56.613" v="169"/>
          <ac:spMkLst>
            <pc:docMk/>
            <pc:sldMk cId="76147684" sldId="264"/>
            <ac:spMk id="6" creationId="{28F77877-AC52-F28C-7349-ED57A313B6B7}"/>
          </ac:spMkLst>
        </pc:spChg>
        <pc:spChg chg="add del mod">
          <ac:chgData name="Anchit Sood" userId="S::asoo584@uoa.auckland.ac.nz::9d41b14a-cd81-4b24-b079-19cb99a76403" providerId="AD" clId="Web-{2996B367-4DB4-8A35-A3BE-5EA3E35A0CF4}" dt="2026-09-24T22:17:07.332" v="171"/>
          <ac:spMkLst>
            <pc:docMk/>
            <pc:sldMk cId="76147684" sldId="264"/>
            <ac:spMk id="7" creationId="{F22EC695-33FA-3614-67B3-2498AA406DB2}"/>
          </ac:spMkLst>
        </pc:spChg>
        <pc:spChg chg="add">
          <ac:chgData name="Anchit Sood" userId="S::asoo584@uoa.auckland.ac.nz::9d41b14a-cd81-4b24-b079-19cb99a76403" providerId="AD" clId="Web-{2996B367-4DB4-8A35-A3BE-5EA3E35A0CF4}" dt="2026-09-24T22:17:49.067" v="180"/>
          <ac:spMkLst>
            <pc:docMk/>
            <pc:sldMk cId="76147684" sldId="264"/>
            <ac:spMk id="13" creationId="{64C9EE1D-12BB-43F7-9A2A-893578DCA63A}"/>
          </ac:spMkLst>
        </pc:spChg>
        <pc:spChg chg="add">
          <ac:chgData name="Anchit Sood" userId="S::asoo584@uoa.auckland.ac.nz::9d41b14a-cd81-4b24-b079-19cb99a76403" providerId="AD" clId="Web-{2996B367-4DB4-8A35-A3BE-5EA3E35A0CF4}" dt="2026-09-24T22:17:49.067" v="180"/>
          <ac:spMkLst>
            <pc:docMk/>
            <pc:sldMk cId="76147684" sldId="264"/>
            <ac:spMk id="15" creationId="{43962A31-C54E-4762-B155-59777FED1C75}"/>
          </ac:spMkLst>
        </pc:spChg>
        <pc:spChg chg="add">
          <ac:chgData name="Anchit Sood" userId="S::asoo584@uoa.auckland.ac.nz::9d41b14a-cd81-4b24-b079-19cb99a76403" providerId="AD" clId="Web-{2996B367-4DB4-8A35-A3BE-5EA3E35A0CF4}" dt="2026-09-24T22:17:49.067" v="180"/>
          <ac:spMkLst>
            <pc:docMk/>
            <pc:sldMk cId="76147684" sldId="264"/>
            <ac:spMk id="17" creationId="{4B392D36-B685-45E0-B197-6EE5D748093B}"/>
          </ac:spMkLst>
        </pc:spChg>
        <pc:spChg chg="add">
          <ac:chgData name="Anchit Sood" userId="S::asoo584@uoa.auckland.ac.nz::9d41b14a-cd81-4b24-b079-19cb99a76403" providerId="AD" clId="Web-{2996B367-4DB4-8A35-A3BE-5EA3E35A0CF4}" dt="2026-09-24T22:17:49.067" v="180"/>
          <ac:spMkLst>
            <pc:docMk/>
            <pc:sldMk cId="76147684" sldId="264"/>
            <ac:spMk id="19" creationId="{9DCA8533-CC5E-4754-9A04-047EDE49E0F9}"/>
          </ac:spMkLst>
        </pc:spChg>
        <pc:picChg chg="add mod ord">
          <ac:chgData name="Anchit Sood" userId="S::asoo584@uoa.auckland.ac.nz::9d41b14a-cd81-4b24-b079-19cb99a76403" providerId="AD" clId="Web-{2996B367-4DB4-8A35-A3BE-5EA3E35A0CF4}" dt="2026-09-24T22:19:33.568" v="200" actId="1076"/>
          <ac:picMkLst>
            <pc:docMk/>
            <pc:sldMk cId="76147684" sldId="264"/>
            <ac:picMk id="3" creationId="{BC2CA9EF-A999-F6C9-5ADB-E7F8F5D860E5}"/>
          </ac:picMkLst>
        </pc:picChg>
        <pc:picChg chg="del">
          <ac:chgData name="Anchit Sood" userId="S::asoo584@uoa.auckland.ac.nz::9d41b14a-cd81-4b24-b079-19cb99a76403" providerId="AD" clId="Web-{2996B367-4DB4-8A35-A3BE-5EA3E35A0CF4}" dt="2026-09-24T22:09:26.874" v="96"/>
          <ac:picMkLst>
            <pc:docMk/>
            <pc:sldMk cId="76147684" sldId="264"/>
            <ac:picMk id="5" creationId="{0B9C723C-57A7-F8B3-9662-B28BA65D25A6}"/>
          </ac:picMkLst>
        </pc:picChg>
        <pc:picChg chg="add mod">
          <ac:chgData name="Anchit Sood" userId="S::asoo584@uoa.auckland.ac.nz::9d41b14a-cd81-4b24-b079-19cb99a76403" providerId="AD" clId="Web-{2996B367-4DB4-8A35-A3BE-5EA3E35A0CF4}" dt="2026-09-24T22:19:27.630" v="199" actId="1076"/>
          <ac:picMkLst>
            <pc:docMk/>
            <pc:sldMk cId="76147684" sldId="264"/>
            <ac:picMk id="8" creationId="{E759AA9C-0684-2143-5506-DCA1830F74C3}"/>
          </ac:picMkLst>
        </pc:picChg>
      </pc:sldChg>
      <pc:sldChg chg="addSp delSp modSp new mod setBg">
        <pc:chgData name="Anchit Sood" userId="S::asoo584@uoa.auckland.ac.nz::9d41b14a-cd81-4b24-b079-19cb99a76403" providerId="AD" clId="Web-{2996B367-4DB4-8A35-A3BE-5EA3E35A0CF4}" dt="2026-09-24T22:16:33.488" v="165" actId="20577"/>
        <pc:sldMkLst>
          <pc:docMk/>
          <pc:sldMk cId="3385659054" sldId="265"/>
        </pc:sldMkLst>
        <pc:spChg chg="mod">
          <ac:chgData name="Anchit Sood" userId="S::asoo584@uoa.auckland.ac.nz::9d41b14a-cd81-4b24-b079-19cb99a76403" providerId="AD" clId="Web-{2996B367-4DB4-8A35-A3BE-5EA3E35A0CF4}" dt="2026-09-24T22:16:33.488" v="165" actId="20577"/>
          <ac:spMkLst>
            <pc:docMk/>
            <pc:sldMk cId="3385659054" sldId="265"/>
            <ac:spMk id="2" creationId="{412A5FC2-E7B5-E70B-E52D-33290656E828}"/>
          </ac:spMkLst>
        </pc:spChg>
        <pc:spChg chg="del">
          <ac:chgData name="Anchit Sood" userId="S::asoo584@uoa.auckland.ac.nz::9d41b14a-cd81-4b24-b079-19cb99a76403" providerId="AD" clId="Web-{2996B367-4DB4-8A35-A3BE-5EA3E35A0CF4}" dt="2026-09-24T22:14:20.002" v="112"/>
          <ac:spMkLst>
            <pc:docMk/>
            <pc:sldMk cId="3385659054" sldId="265"/>
            <ac:spMk id="3" creationId="{841DD63A-D6AF-55BF-8A7E-9F616DD8BBDF}"/>
          </ac:spMkLst>
        </pc:spChg>
        <pc:spChg chg="add">
          <ac:chgData name="Anchit Sood" userId="S::asoo584@uoa.auckland.ac.nz::9d41b14a-cd81-4b24-b079-19cb99a76403" providerId="AD" clId="Web-{2996B367-4DB4-8A35-A3BE-5EA3E35A0CF4}" dt="2026-09-24T22:15:03.471" v="119"/>
          <ac:spMkLst>
            <pc:docMk/>
            <pc:sldMk cId="3385659054" sldId="265"/>
            <ac:spMk id="11" creationId="{64C9EE1D-12BB-43F7-9A2A-893578DCA63A}"/>
          </ac:spMkLst>
        </pc:spChg>
        <pc:spChg chg="add">
          <ac:chgData name="Anchit Sood" userId="S::asoo584@uoa.auckland.ac.nz::9d41b14a-cd81-4b24-b079-19cb99a76403" providerId="AD" clId="Web-{2996B367-4DB4-8A35-A3BE-5EA3E35A0CF4}" dt="2026-09-24T22:15:03.471" v="119"/>
          <ac:spMkLst>
            <pc:docMk/>
            <pc:sldMk cId="3385659054" sldId="265"/>
            <ac:spMk id="13" creationId="{43962A31-C54E-4762-B155-59777FED1C75}"/>
          </ac:spMkLst>
        </pc:spChg>
        <pc:spChg chg="add">
          <ac:chgData name="Anchit Sood" userId="S::asoo584@uoa.auckland.ac.nz::9d41b14a-cd81-4b24-b079-19cb99a76403" providerId="AD" clId="Web-{2996B367-4DB4-8A35-A3BE-5EA3E35A0CF4}" dt="2026-09-24T22:15:03.471" v="119"/>
          <ac:spMkLst>
            <pc:docMk/>
            <pc:sldMk cId="3385659054" sldId="265"/>
            <ac:spMk id="15" creationId="{4B392D36-B685-45E0-B197-6EE5D748093B}"/>
          </ac:spMkLst>
        </pc:spChg>
        <pc:spChg chg="add">
          <ac:chgData name="Anchit Sood" userId="S::asoo584@uoa.auckland.ac.nz::9d41b14a-cd81-4b24-b079-19cb99a76403" providerId="AD" clId="Web-{2996B367-4DB4-8A35-A3BE-5EA3E35A0CF4}" dt="2026-09-24T22:15:03.471" v="119"/>
          <ac:spMkLst>
            <pc:docMk/>
            <pc:sldMk cId="3385659054" sldId="265"/>
            <ac:spMk id="17" creationId="{9DCA8533-CC5E-4754-9A04-047EDE49E0F9}"/>
          </ac:spMkLst>
        </pc:spChg>
        <pc:picChg chg="add mod ord">
          <ac:chgData name="Anchit Sood" userId="S::asoo584@uoa.auckland.ac.nz::9d41b14a-cd81-4b24-b079-19cb99a76403" providerId="AD" clId="Web-{2996B367-4DB4-8A35-A3BE-5EA3E35A0CF4}" dt="2026-09-24T22:15:28.003" v="127" actId="1076"/>
          <ac:picMkLst>
            <pc:docMk/>
            <pc:sldMk cId="3385659054" sldId="265"/>
            <ac:picMk id="4" creationId="{AF52013B-AAA8-53F7-630F-F00E2D76B783}"/>
          </ac:picMkLst>
        </pc:picChg>
        <pc:picChg chg="add mod">
          <ac:chgData name="Anchit Sood" userId="S::asoo584@uoa.auckland.ac.nz::9d41b14a-cd81-4b24-b079-19cb99a76403" providerId="AD" clId="Web-{2996B367-4DB4-8A35-A3BE-5EA3E35A0CF4}" dt="2026-09-24T22:15:22.065" v="125" actId="1076"/>
          <ac:picMkLst>
            <pc:docMk/>
            <pc:sldMk cId="3385659054" sldId="265"/>
            <ac:picMk id="6" creationId="{F93362DF-ED34-53EA-B7CA-84C62DC4F76E}"/>
          </ac:picMkLst>
        </pc:picChg>
      </pc:sldChg>
      <pc:sldChg chg="addSp delSp modSp new del">
        <pc:chgData name="Anchit Sood" userId="S::asoo584@uoa.auckland.ac.nz::9d41b14a-cd81-4b24-b079-19cb99a76403" providerId="AD" clId="Web-{2996B367-4DB4-8A35-A3BE-5EA3E35A0CF4}" dt="2026-09-24T22:16:47.082" v="166"/>
        <pc:sldMkLst>
          <pc:docMk/>
          <pc:sldMk cId="2129878521" sldId="266"/>
        </pc:sldMkLst>
        <pc:spChg chg="del">
          <ac:chgData name="Anchit Sood" userId="S::asoo584@uoa.auckland.ac.nz::9d41b14a-cd81-4b24-b079-19cb99a76403" providerId="AD" clId="Web-{2996B367-4DB4-8A35-A3BE-5EA3E35A0CF4}" dt="2026-09-24T22:14:41.643" v="115"/>
          <ac:spMkLst>
            <pc:docMk/>
            <pc:sldMk cId="2129878521" sldId="266"/>
            <ac:spMk id="3" creationId="{4EE3F4FD-5451-613A-B4C5-FD4FC2834879}"/>
          </ac:spMkLst>
        </pc:spChg>
        <pc:picChg chg="add mod ord">
          <ac:chgData name="Anchit Sood" userId="S::asoo584@uoa.auckland.ac.nz::9d41b14a-cd81-4b24-b079-19cb99a76403" providerId="AD" clId="Web-{2996B367-4DB4-8A35-A3BE-5EA3E35A0CF4}" dt="2026-09-24T22:14:41.643" v="115"/>
          <ac:picMkLst>
            <pc:docMk/>
            <pc:sldMk cId="2129878521" sldId="266"/>
            <ac:picMk id="4" creationId="{FD5B59FD-A3DC-0D4D-9B60-3C059D35ABE9}"/>
          </ac:picMkLst>
        </pc:picChg>
      </pc:sldChg>
    </pc:docChg>
  </pc:docChgLst>
  <pc:docChgLst>
    <pc:chgData name="Simon Lin" userId="S::slin567@uoa.auckland.ac.nz::52aa46f2-d386-41d3-9afd-7717fda1a21d" providerId="AD" clId="Web-{BFC23BA4-C63C-36BF-8EB9-6B93B08DBB9E}"/>
    <pc:docChg chg="modSld">
      <pc:chgData name="Simon Lin" userId="S::slin567@uoa.auckland.ac.nz::52aa46f2-d386-41d3-9afd-7717fda1a21d" providerId="AD" clId="Web-{BFC23BA4-C63C-36BF-8EB9-6B93B08DBB9E}" dt="2026-09-24T06:15:37.735" v="18" actId="20577"/>
      <pc:docMkLst>
        <pc:docMk/>
      </pc:docMkLst>
      <pc:sldChg chg="modSp">
        <pc:chgData name="Simon Lin" userId="S::slin567@uoa.auckland.ac.nz::52aa46f2-d386-41d3-9afd-7717fda1a21d" providerId="AD" clId="Web-{BFC23BA4-C63C-36BF-8EB9-6B93B08DBB9E}" dt="2026-09-24T06:12:33.719" v="10" actId="20577"/>
        <pc:sldMkLst>
          <pc:docMk/>
          <pc:sldMk cId="1222390188" sldId="258"/>
        </pc:sldMkLst>
        <pc:spChg chg="mod">
          <ac:chgData name="Simon Lin" userId="S::slin567@uoa.auckland.ac.nz::52aa46f2-d386-41d3-9afd-7717fda1a21d" providerId="AD" clId="Web-{BFC23BA4-C63C-36BF-8EB9-6B93B08DBB9E}" dt="2026-09-24T06:12:33.719" v="10" actId="20577"/>
          <ac:spMkLst>
            <pc:docMk/>
            <pc:sldMk cId="1222390188" sldId="258"/>
            <ac:spMk id="3" creationId="{D8BD4295-4029-8F07-F1DA-A0559276C359}"/>
          </ac:spMkLst>
        </pc:spChg>
      </pc:sldChg>
      <pc:sldChg chg="modSp">
        <pc:chgData name="Simon Lin" userId="S::slin567@uoa.auckland.ac.nz::52aa46f2-d386-41d3-9afd-7717fda1a21d" providerId="AD" clId="Web-{BFC23BA4-C63C-36BF-8EB9-6B93B08DBB9E}" dt="2026-09-24T06:15:37.735" v="18" actId="20577"/>
        <pc:sldMkLst>
          <pc:docMk/>
          <pc:sldMk cId="1951795872" sldId="260"/>
        </pc:sldMkLst>
        <pc:spChg chg="mod">
          <ac:chgData name="Simon Lin" userId="S::slin567@uoa.auckland.ac.nz::52aa46f2-d386-41d3-9afd-7717fda1a21d" providerId="AD" clId="Web-{BFC23BA4-C63C-36BF-8EB9-6B93B08DBB9E}" dt="2026-09-24T06:15:37.735" v="18" actId="20577"/>
          <ac:spMkLst>
            <pc:docMk/>
            <pc:sldMk cId="1951795872" sldId="260"/>
            <ac:spMk id="3" creationId="{5617A17F-443C-7C53-2C02-38C8849FC56E}"/>
          </ac:spMkLst>
        </pc:spChg>
      </pc:sldChg>
    </pc:docChg>
  </pc:docChgLst>
  <pc:docChgLst>
    <pc:chgData name="Gregory Hinds" userId="d9d61d16-0983-4b5e-8287-7cc8b4dc4ca2" providerId="ADAL" clId="{09CC0D49-C291-4BBB-8364-E08923B0FB29}"/>
    <pc:docChg chg="custSel modSld sldOrd">
      <pc:chgData name="Gregory Hinds" userId="d9d61d16-0983-4b5e-8287-7cc8b4dc4ca2" providerId="ADAL" clId="{09CC0D49-C291-4BBB-8364-E08923B0FB29}" dt="2026-09-24T22:41:53.772" v="604" actId="20577"/>
      <pc:docMkLst>
        <pc:docMk/>
      </pc:docMkLst>
      <pc:sldChg chg="modSp mod">
        <pc:chgData name="Gregory Hinds" userId="d9d61d16-0983-4b5e-8287-7cc8b4dc4ca2" providerId="ADAL" clId="{09CC0D49-C291-4BBB-8364-E08923B0FB29}" dt="2026-09-24T08:30:57.084" v="415" actId="20577"/>
        <pc:sldMkLst>
          <pc:docMk/>
          <pc:sldMk cId="3932914214" sldId="259"/>
        </pc:sldMkLst>
        <pc:spChg chg="mod">
          <ac:chgData name="Gregory Hinds" userId="d9d61d16-0983-4b5e-8287-7cc8b4dc4ca2" providerId="ADAL" clId="{09CC0D49-C291-4BBB-8364-E08923B0FB29}" dt="2026-09-24T08:30:57.084" v="415" actId="20577"/>
          <ac:spMkLst>
            <pc:docMk/>
            <pc:sldMk cId="3932914214" sldId="259"/>
            <ac:spMk id="3" creationId="{A69931DF-5E4C-E9EA-46E5-02BE9D8260A4}"/>
          </ac:spMkLst>
        </pc:spChg>
      </pc:sldChg>
      <pc:sldChg chg="modSp mod ord">
        <pc:chgData name="Gregory Hinds" userId="d9d61d16-0983-4b5e-8287-7cc8b4dc4ca2" providerId="ADAL" clId="{09CC0D49-C291-4BBB-8364-E08923B0FB29}" dt="2026-09-24T21:23:17.689" v="526" actId="20577"/>
        <pc:sldMkLst>
          <pc:docMk/>
          <pc:sldMk cId="1951795872" sldId="260"/>
        </pc:sldMkLst>
        <pc:spChg chg="mod">
          <ac:chgData name="Gregory Hinds" userId="d9d61d16-0983-4b5e-8287-7cc8b4dc4ca2" providerId="ADAL" clId="{09CC0D49-C291-4BBB-8364-E08923B0FB29}" dt="2026-09-24T21:23:17.689" v="526" actId="20577"/>
          <ac:spMkLst>
            <pc:docMk/>
            <pc:sldMk cId="1951795872" sldId="260"/>
            <ac:spMk id="3" creationId="{5617A17F-443C-7C53-2C02-38C8849FC56E}"/>
          </ac:spMkLst>
        </pc:spChg>
      </pc:sldChg>
      <pc:sldChg chg="modSp mod">
        <pc:chgData name="Gregory Hinds" userId="d9d61d16-0983-4b5e-8287-7cc8b4dc4ca2" providerId="ADAL" clId="{09CC0D49-C291-4BBB-8364-E08923B0FB29}" dt="2026-09-24T08:22:39.755" v="340" actId="1076"/>
        <pc:sldMkLst>
          <pc:docMk/>
          <pc:sldMk cId="2366777948" sldId="262"/>
        </pc:sldMkLst>
        <pc:spChg chg="mod">
          <ac:chgData name="Gregory Hinds" userId="d9d61d16-0983-4b5e-8287-7cc8b4dc4ca2" providerId="ADAL" clId="{09CC0D49-C291-4BBB-8364-E08923B0FB29}" dt="2026-09-24T08:22:39.755" v="340" actId="1076"/>
          <ac:spMkLst>
            <pc:docMk/>
            <pc:sldMk cId="2366777948" sldId="262"/>
            <ac:spMk id="6" creationId="{50DD2D83-E107-2095-B2B6-54C08852D44D}"/>
          </ac:spMkLst>
        </pc:spChg>
        <pc:picChg chg="mod">
          <ac:chgData name="Gregory Hinds" userId="d9d61d16-0983-4b5e-8287-7cc8b4dc4ca2" providerId="ADAL" clId="{09CC0D49-C291-4BBB-8364-E08923B0FB29}" dt="2026-09-24T08:22:37.299" v="339" actId="1076"/>
          <ac:picMkLst>
            <pc:docMk/>
            <pc:sldMk cId="2366777948" sldId="262"/>
            <ac:picMk id="5" creationId="{4C5628B5-4B0C-BC1E-6225-7FF2E14DAE07}"/>
          </ac:picMkLst>
        </pc:picChg>
      </pc:sldChg>
      <pc:sldChg chg="modSp mod">
        <pc:chgData name="Gregory Hinds" userId="d9d61d16-0983-4b5e-8287-7cc8b4dc4ca2" providerId="ADAL" clId="{09CC0D49-C291-4BBB-8364-E08923B0FB29}" dt="2026-09-24T22:41:53.772" v="604" actId="20577"/>
        <pc:sldMkLst>
          <pc:docMk/>
          <pc:sldMk cId="1984705461" sldId="263"/>
        </pc:sldMkLst>
        <pc:graphicFrameChg chg="modGraphic">
          <ac:chgData name="Gregory Hinds" userId="d9d61d16-0983-4b5e-8287-7cc8b4dc4ca2" providerId="ADAL" clId="{09CC0D49-C291-4BBB-8364-E08923B0FB29}" dt="2026-09-24T22:41:53.772" v="604" actId="20577"/>
          <ac:graphicFrameMkLst>
            <pc:docMk/>
            <pc:sldMk cId="1984705461" sldId="263"/>
            <ac:graphicFrameMk id="10" creationId="{D741ADC8-E1AE-C525-0F71-CD4223CB7E98}"/>
          </ac:graphicFrameMkLst>
        </pc:graphicFrameChg>
      </pc:sldChg>
      <pc:sldChg chg="modSp mod">
        <pc:chgData name="Gregory Hinds" userId="d9d61d16-0983-4b5e-8287-7cc8b4dc4ca2" providerId="ADAL" clId="{09CC0D49-C291-4BBB-8364-E08923B0FB29}" dt="2026-09-24T22:40:57.197" v="532" actId="14100"/>
        <pc:sldMkLst>
          <pc:docMk/>
          <pc:sldMk cId="76147684" sldId="264"/>
        </pc:sldMkLst>
        <pc:picChg chg="mod">
          <ac:chgData name="Gregory Hinds" userId="d9d61d16-0983-4b5e-8287-7cc8b4dc4ca2" providerId="ADAL" clId="{09CC0D49-C291-4BBB-8364-E08923B0FB29}" dt="2026-09-24T22:40:50.941" v="529" actId="1076"/>
          <ac:picMkLst>
            <pc:docMk/>
            <pc:sldMk cId="76147684" sldId="264"/>
            <ac:picMk id="3" creationId="{BC2CA9EF-A999-F6C9-5ADB-E7F8F5D860E5}"/>
          </ac:picMkLst>
        </pc:picChg>
        <pc:picChg chg="mod">
          <ac:chgData name="Gregory Hinds" userId="d9d61d16-0983-4b5e-8287-7cc8b4dc4ca2" providerId="ADAL" clId="{09CC0D49-C291-4BBB-8364-E08923B0FB29}" dt="2026-09-24T22:40:57.197" v="532" actId="14100"/>
          <ac:picMkLst>
            <pc:docMk/>
            <pc:sldMk cId="76147684" sldId="264"/>
            <ac:picMk id="8" creationId="{E759AA9C-0684-2143-5506-DCA1830F74C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86314-799B-440A-9981-92E7443ACC13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C354B-F8D8-48F2-9109-BC4EC7F9D3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345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86314-799B-440A-9981-92E7443ACC13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C354B-F8D8-48F2-9109-BC4EC7F9D3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3306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86314-799B-440A-9981-92E7443ACC13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C354B-F8D8-48F2-9109-BC4EC7F9D3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2886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86314-799B-440A-9981-92E7443ACC13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C354B-F8D8-48F2-9109-BC4EC7F9D3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0102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86314-799B-440A-9981-92E7443ACC13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C354B-F8D8-48F2-9109-BC4EC7F9D3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5905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86314-799B-440A-9981-92E7443ACC13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C354B-F8D8-48F2-9109-BC4EC7F9D3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1226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86314-799B-440A-9981-92E7443ACC13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C354B-F8D8-48F2-9109-BC4EC7F9D3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7054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86314-799B-440A-9981-92E7443ACC13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C354B-F8D8-48F2-9109-BC4EC7F9D3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1191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86314-799B-440A-9981-92E7443ACC13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C354B-F8D8-48F2-9109-BC4EC7F9D3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4425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86314-799B-440A-9981-92E7443ACC13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C354B-F8D8-48F2-9109-BC4EC7F9D3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2939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86314-799B-440A-9981-92E7443ACC13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C354B-F8D8-48F2-9109-BC4EC7F9D3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7260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A5B86314-799B-440A-9981-92E7443ACC13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912C354B-F8D8-48F2-9109-BC4EC7F9D3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2130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97645-8E8C-2D6F-310B-91018ABDFA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848" y="3073400"/>
            <a:ext cx="7315200" cy="1480312"/>
          </a:xfrm>
        </p:spPr>
        <p:txBody>
          <a:bodyPr/>
          <a:lstStyle/>
          <a:p>
            <a:r>
              <a:rPr lang="en-GB" err="1"/>
              <a:t>CourtLens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785683-F8A5-BDFB-776D-EF91974E76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err="1"/>
              <a:t>UoA</a:t>
            </a:r>
            <a:r>
              <a:rPr lang="en-GB"/>
              <a:t> 2026 </a:t>
            </a:r>
            <a:r>
              <a:rPr lang="en-GB" err="1"/>
              <a:t>Datathon</a:t>
            </a:r>
            <a:r>
              <a:rPr lang="en-GB"/>
              <a:t> - </a:t>
            </a:r>
            <a:r>
              <a:rPr lang="en-GB" sz="2400"/>
              <a:t>Use Case 3</a:t>
            </a:r>
            <a:endParaRPr lang="en-GB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EA8A93A-DC2E-F4FC-FB7A-5B7E1F60C53F}"/>
              </a:ext>
            </a:extLst>
          </p:cNvPr>
          <p:cNvSpPr txBox="1">
            <a:spLocks/>
          </p:cNvSpPr>
          <p:nvPr/>
        </p:nvSpPr>
        <p:spPr>
          <a:xfrm>
            <a:off x="185615" y="6251396"/>
            <a:ext cx="7315200" cy="4796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defRPr sz="2200" kern="1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6 GRAMSS – Team 4</a:t>
            </a:r>
          </a:p>
        </p:txBody>
      </p:sp>
    </p:spTree>
    <p:extLst>
      <p:ext uri="{BB962C8B-B14F-4D97-AF65-F5344CB8AC3E}">
        <p14:creationId xmlns:p14="http://schemas.microsoft.com/office/powerpoint/2010/main" val="3656008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1A971-7D88-5E4C-C7B2-CDE88861C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/>
              <a:t>Solution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D4295-4029-8F07-F1DA-A0559276C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579782" cy="5120640"/>
          </a:xfrm>
        </p:spPr>
        <p:txBody>
          <a:bodyPr/>
          <a:lstStyle/>
          <a:p>
            <a:r>
              <a:rPr lang="en-GB"/>
              <a:t>Ingest NZ District Court PDF documents</a:t>
            </a:r>
          </a:p>
          <a:p>
            <a:r>
              <a:rPr lang="en-GB"/>
              <a:t>Use Agentic AI to extract and structure data</a:t>
            </a:r>
          </a:p>
          <a:p>
            <a:r>
              <a:rPr lang="en-GB"/>
              <a:t>Transform data into star schema</a:t>
            </a:r>
          </a:p>
          <a:p>
            <a:r>
              <a:rPr lang="en-GB"/>
              <a:t>Present insights</a:t>
            </a:r>
          </a:p>
          <a:p>
            <a:endParaRPr lang="en-GB"/>
          </a:p>
          <a:p>
            <a:pPr marL="0" indent="0">
              <a:buNone/>
            </a:pPr>
            <a:r>
              <a:rPr lang="en-GB"/>
              <a:t>Court Data is presented as PDFs, which are not easy to search and extract data from. Our solution automates the extraction and produce insights.</a:t>
            </a:r>
          </a:p>
        </p:txBody>
      </p:sp>
    </p:spTree>
    <p:extLst>
      <p:ext uri="{BB962C8B-B14F-4D97-AF65-F5344CB8AC3E}">
        <p14:creationId xmlns:p14="http://schemas.microsoft.com/office/powerpoint/2010/main" val="1222390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20864-CC9D-927D-FB18-78233352B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/>
              <a:t>Team 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42308-7323-425F-09B3-5242957C5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Anchit Sood – Project Coordinator/Cloud Engineer</a:t>
            </a:r>
          </a:p>
          <a:p>
            <a:r>
              <a:rPr lang="en-GB"/>
              <a:t>Engleang Sam – Data Engineer/Solution Designer</a:t>
            </a:r>
          </a:p>
          <a:p>
            <a:r>
              <a:rPr lang="en-GB"/>
              <a:t>Simon Lin – Solution Designer</a:t>
            </a:r>
          </a:p>
          <a:p>
            <a:r>
              <a:rPr lang="en-GB"/>
              <a:t>Radiya Binte Reza – Data Analyst</a:t>
            </a:r>
          </a:p>
          <a:p>
            <a:r>
              <a:rPr lang="en-GB"/>
              <a:t>Gregory Hinds – Analytics Engineer</a:t>
            </a:r>
          </a:p>
          <a:p>
            <a:r>
              <a:rPr lang="en-GB"/>
              <a:t>Hiền Minh Nguyễn -  Cloud Engineer</a:t>
            </a:r>
          </a:p>
        </p:txBody>
      </p:sp>
    </p:spTree>
    <p:extLst>
      <p:ext uri="{BB962C8B-B14F-4D97-AF65-F5344CB8AC3E}">
        <p14:creationId xmlns:p14="http://schemas.microsoft.com/office/powerpoint/2010/main" val="1107240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E7316-AF34-91B5-E898-EA8F81A67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r>
              <a:rPr lang="en-US"/>
              <a:t>Project Plan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D741ADC8-E1AE-C525-0F71-CD4223CB7E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3982109"/>
              </p:ext>
            </p:extLst>
          </p:nvPr>
        </p:nvGraphicFramePr>
        <p:xfrm>
          <a:off x="3759896" y="942780"/>
          <a:ext cx="7728266" cy="4972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6981">
                  <a:extLst>
                    <a:ext uri="{9D8B030D-6E8A-4147-A177-3AD203B41FA5}">
                      <a16:colId xmlns:a16="http://schemas.microsoft.com/office/drawing/2014/main" val="2195326341"/>
                    </a:ext>
                  </a:extLst>
                </a:gridCol>
                <a:gridCol w="2436962">
                  <a:extLst>
                    <a:ext uri="{9D8B030D-6E8A-4147-A177-3AD203B41FA5}">
                      <a16:colId xmlns:a16="http://schemas.microsoft.com/office/drawing/2014/main" val="2213930572"/>
                    </a:ext>
                  </a:extLst>
                </a:gridCol>
                <a:gridCol w="1854323">
                  <a:extLst>
                    <a:ext uri="{9D8B030D-6E8A-4147-A177-3AD203B41FA5}">
                      <a16:colId xmlns:a16="http://schemas.microsoft.com/office/drawing/2014/main" val="1694997100"/>
                    </a:ext>
                  </a:extLst>
                </a:gridCol>
              </a:tblGrid>
              <a:tr h="3251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>
                          <a:solidFill>
                            <a:schemeClr val="tx1"/>
                          </a:solidFill>
                          <a:effectLst/>
                        </a:rPr>
                        <a:t>Milestones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>
                          <a:solidFill>
                            <a:schemeClr val="tx1"/>
                          </a:solidFill>
                          <a:effectLst/>
                        </a:rPr>
                        <a:t>Timeline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>
                          <a:solidFill>
                            <a:schemeClr val="tx1"/>
                          </a:solidFill>
                          <a:effectLst/>
                        </a:rPr>
                        <a:t>Status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326268"/>
                  </a:ext>
                </a:extLst>
              </a:tr>
              <a:tr h="612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  <a:latin typeface="Calibri"/>
                          <a:ea typeface="Calibri"/>
                          <a:cs typeface="Calibri"/>
                        </a:rPr>
                        <a:t>Kick-off (choose use-case, plan and understand requirements)</a:t>
                      </a:r>
                    </a:p>
                  </a:txBody>
                  <a:tcPr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23-Sep, 19:00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>
                          <a:effectLst/>
                          <a:latin typeface="Calibri"/>
                          <a:ea typeface="Calibri"/>
                          <a:cs typeface="Calibri"/>
                        </a:rPr>
                        <a:t>Complete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35085"/>
                  </a:ext>
                </a:extLst>
              </a:tr>
              <a:tr h="3251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  <a:latin typeface="Calibri"/>
                          <a:ea typeface="Calibri"/>
                          <a:cs typeface="Calibri"/>
                        </a:rPr>
                        <a:t>Build UI</a:t>
                      </a:r>
                    </a:p>
                  </a:txBody>
                  <a:tcPr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23-Sep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>
                          <a:effectLst/>
                          <a:latin typeface="Calibri"/>
                          <a:ea typeface="Calibri"/>
                          <a:cs typeface="Calibri"/>
                        </a:rPr>
                        <a:t>Complete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661715"/>
                  </a:ext>
                </a:extLst>
              </a:tr>
              <a:tr h="3251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  <a:latin typeface="Calibri"/>
                          <a:ea typeface="Calibri"/>
                          <a:cs typeface="Calibri"/>
                        </a:rPr>
                        <a:t>Complete GitHub configuration</a:t>
                      </a:r>
                    </a:p>
                  </a:txBody>
                  <a:tcPr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24-Sep, 10:00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>
                          <a:effectLst/>
                          <a:latin typeface="Calibri"/>
                          <a:ea typeface="Calibri"/>
                          <a:cs typeface="Calibri"/>
                        </a:rPr>
                        <a:t>Complete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9121469"/>
                  </a:ext>
                </a:extLst>
              </a:tr>
              <a:tr h="3251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  <a:latin typeface="Calibri"/>
                          <a:ea typeface="Calibri"/>
                          <a:cs typeface="Calibri"/>
                        </a:rPr>
                        <a:t>ETL and deployment pipeline</a:t>
                      </a:r>
                    </a:p>
                  </a:txBody>
                  <a:tcPr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24-Sep, 10:00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>
                          <a:effectLst/>
                          <a:latin typeface="Calibri"/>
                          <a:ea typeface="Calibri"/>
                          <a:cs typeface="Calibri"/>
                        </a:rPr>
                        <a:t>Complete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7555853"/>
                  </a:ext>
                </a:extLst>
              </a:tr>
              <a:tr h="898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  <a:latin typeface="Calibri"/>
                          <a:ea typeface="Calibri"/>
                          <a:cs typeface="Calibri"/>
                        </a:rPr>
                        <a:t>Complete Feature to extract from PDF document and convert to structured data</a:t>
                      </a:r>
                    </a:p>
                  </a:txBody>
                  <a:tcPr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24-Sep, 15:00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>
                          <a:effectLst/>
                          <a:latin typeface="Calibri"/>
                          <a:ea typeface="Calibri"/>
                          <a:cs typeface="Calibri"/>
                        </a:rPr>
                        <a:t>Complete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779254"/>
                  </a:ext>
                </a:extLst>
              </a:tr>
              <a:tr h="612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  <a:latin typeface="Calibri"/>
                          <a:ea typeface="Calibri"/>
                          <a:cs typeface="Calibri"/>
                        </a:rPr>
                        <a:t>Snowflake and </a:t>
                      </a:r>
                      <a:r>
                        <a:rPr lang="en-US" sz="1900" err="1">
                          <a:effectLst/>
                          <a:latin typeface="Calibri"/>
                          <a:ea typeface="Calibri"/>
                          <a:cs typeface="Calibri"/>
                        </a:rPr>
                        <a:t>dbt</a:t>
                      </a:r>
                      <a:r>
                        <a:rPr lang="en-US" sz="1900">
                          <a:effectLst/>
                          <a:latin typeface="Calibri"/>
                          <a:ea typeface="Calibri"/>
                          <a:cs typeface="Calibri"/>
                        </a:rPr>
                        <a:t> implementation</a:t>
                      </a:r>
                    </a:p>
                  </a:txBody>
                  <a:tcPr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24-Sep, 19:30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>
                          <a:effectLst/>
                          <a:latin typeface="Calibri"/>
                          <a:ea typeface="Calibri"/>
                          <a:cs typeface="Calibri"/>
                        </a:rPr>
                        <a:t>Complete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170821"/>
                  </a:ext>
                </a:extLst>
              </a:tr>
              <a:tr h="612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  <a:latin typeface="Calibri"/>
                          <a:ea typeface="Calibri"/>
                          <a:cs typeface="Calibri"/>
                        </a:rPr>
                        <a:t>Build visualizations and insights</a:t>
                      </a:r>
                    </a:p>
                  </a:txBody>
                  <a:tcPr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24-Sep, 20:00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Complete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076281"/>
                  </a:ext>
                </a:extLst>
              </a:tr>
              <a:tr h="612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  <a:latin typeface="Calibri"/>
                          <a:ea typeface="Calibri"/>
                          <a:cs typeface="Calibri"/>
                        </a:rPr>
                        <a:t>Test full process- WORKING DEMO</a:t>
                      </a:r>
                    </a:p>
                  </a:txBody>
                  <a:tcPr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24-Sep, 21:30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Complete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317554"/>
                  </a:ext>
                </a:extLst>
              </a:tr>
              <a:tr h="3251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  <a:latin typeface="Calibri"/>
                          <a:ea typeface="Calibri"/>
                          <a:cs typeface="Calibri"/>
                        </a:rPr>
                        <a:t>Presentation Completion</a:t>
                      </a:r>
                    </a:p>
                  </a:txBody>
                  <a:tcPr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24-Sep, 23:00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Complete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099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4705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4C9EE1D-12BB-43F7-9A2A-893578DCA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962A31-C54E-4762-B155-59777FED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B392D36-B685-45E0-B197-6EE5D7480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CA8533-CC5E-4754-9A04-047EDE49E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11707367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2A5FC2-E7B5-E70B-E52D-33290656E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590661"/>
            <a:ext cx="10210862" cy="10656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pc="-100"/>
              <a:t>Requirements and Design</a:t>
            </a:r>
            <a:endParaRPr lang="en-US" spc="-100">
              <a:solidFill>
                <a:srgbClr val="000000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F52013B-AAA8-53F7-630F-F00E2D76B7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501" y="231888"/>
            <a:ext cx="6971720" cy="4094326"/>
          </a:xfrm>
          <a:prstGeom prst="rect">
            <a:avLst/>
          </a:prstGeom>
        </p:spPr>
      </p:pic>
      <p:pic>
        <p:nvPicPr>
          <p:cNvPr id="6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93362DF-ED34-53EA-B7CA-84C62DC4F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011" y="762636"/>
            <a:ext cx="4517277" cy="3032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659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C9464F-4F92-A33B-26D2-832ADF797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4C9EE1D-12BB-43F7-9A2A-893578DCA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962A31-C54E-4762-B155-59777FED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B392D36-B685-45E0-B197-6EE5D7480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CA8533-CC5E-4754-9A04-047EDE49E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11707367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2ADB35-826C-61BC-CABE-C24EC3EB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590661"/>
            <a:ext cx="10210862" cy="10656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pc="-100"/>
              <a:t>JIRA Board &amp; Scrum Metrics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59AA9C-0684-2143-5506-DCA1830F7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07" y="638173"/>
            <a:ext cx="5884417" cy="31374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C2CA9EF-A999-F6C9-5ADB-E7F8F5D86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5368" y="638174"/>
            <a:ext cx="5857257" cy="3137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47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F354B-7FA5-2E70-764D-567D47BE0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/>
              <a:t>Architecture Overview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B5AF03C-CD8A-0C57-C737-6A61075134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02759" y="201616"/>
            <a:ext cx="6950962" cy="60770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603D50B-3657-83C4-EB31-B8540E6402EC}"/>
              </a:ext>
            </a:extLst>
          </p:cNvPr>
          <p:cNvSpPr txBox="1"/>
          <p:nvPr/>
        </p:nvSpPr>
        <p:spPr>
          <a:xfrm>
            <a:off x="82873" y="5613242"/>
            <a:ext cx="33933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https://datathon.someaknea.com</a:t>
            </a:r>
          </a:p>
        </p:txBody>
      </p:sp>
    </p:spTree>
    <p:extLst>
      <p:ext uri="{BB962C8B-B14F-4D97-AF65-F5344CB8AC3E}">
        <p14:creationId xmlns:p14="http://schemas.microsoft.com/office/powerpoint/2010/main" val="1928700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9A485-6332-5748-3BEA-7D989947E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/>
              <a:t>Data Model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C5628B5-4B0C-BC1E-6225-7FF2E14DAE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97111" y="769970"/>
            <a:ext cx="7117821" cy="504395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0DD2D83-E107-2095-B2B6-54C08852D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8111" y="5915520"/>
            <a:ext cx="7579782" cy="498348"/>
          </a:xfrm>
        </p:spPr>
        <p:txBody>
          <a:bodyPr/>
          <a:lstStyle/>
          <a:p>
            <a:r>
              <a:rPr lang="en-GB"/>
              <a:t>Implements a Star Schema for easy querying</a:t>
            </a:r>
          </a:p>
        </p:txBody>
      </p:sp>
    </p:spTree>
    <p:extLst>
      <p:ext uri="{BB962C8B-B14F-4D97-AF65-F5344CB8AC3E}">
        <p14:creationId xmlns:p14="http://schemas.microsoft.com/office/powerpoint/2010/main" val="2366777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F0483-978C-7084-FDF3-91BAD3A1F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/>
              <a:t>Limitations &amp;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7A17F-443C-7C53-2C02-38C8849FC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Cannot use Anthropic Model on AWS Trial Account</a:t>
            </a:r>
            <a:endParaRPr lang="en-US" dirty="0"/>
          </a:p>
          <a:p>
            <a:r>
              <a:rPr lang="en-GB" dirty="0"/>
              <a:t>Only one document type (case NZ) has been extracted</a:t>
            </a:r>
          </a:p>
          <a:p>
            <a:r>
              <a:rPr lang="en-GB" dirty="0"/>
              <a:t>Difficulties of modelling complex data relationships</a:t>
            </a:r>
          </a:p>
          <a:p>
            <a:r>
              <a:rPr lang="en-GB" dirty="0"/>
              <a:t>Agent struggles with long documents</a:t>
            </a:r>
          </a:p>
          <a:p>
            <a:r>
              <a:rPr lang="en-GB" dirty="0"/>
              <a:t>Limited knowledge of Agile/processes in limited time</a:t>
            </a:r>
          </a:p>
          <a:p>
            <a:r>
              <a:rPr lang="en-GB" dirty="0"/>
              <a:t>Network access problems to serve the dashboard outside Snowflake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1795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ACAC6-BDDB-1A6E-317C-20AD2DD72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/>
              <a:t>Future Improvements</a:t>
            </a:r>
            <a:br>
              <a:rPr lang="en-GB"/>
            </a:br>
            <a:r>
              <a:rPr lang="en-GB"/>
              <a:t>&amp;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931DF-5E4C-E9EA-46E5-02BE9D826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Improvement of extraction to get more data out of the PDFS </a:t>
            </a:r>
          </a:p>
          <a:p>
            <a:pPr lvl="1"/>
            <a:r>
              <a:rPr lang="en-GB"/>
              <a:t>Doesn’t extract Counsels and Parties, multiple hearings in the same Case, and more</a:t>
            </a:r>
          </a:p>
          <a:p>
            <a:pPr lvl="1"/>
            <a:r>
              <a:rPr lang="en-GB"/>
              <a:t>Add more dynamic prompt and agent harness</a:t>
            </a:r>
          </a:p>
          <a:p>
            <a:r>
              <a:rPr lang="en-GB"/>
              <a:t>Improve data modelling to enable more insights </a:t>
            </a:r>
          </a:p>
          <a:p>
            <a:r>
              <a:rPr lang="en-GB"/>
              <a:t>Automatic ingestion of data from published sources</a:t>
            </a:r>
          </a:p>
          <a:p>
            <a:r>
              <a:rPr lang="en-GB"/>
              <a:t>Submission of multiple documents simultaneously</a:t>
            </a:r>
          </a:p>
          <a:p>
            <a:r>
              <a:rPr lang="en-GB"/>
              <a:t>Improve User Interface</a:t>
            </a:r>
          </a:p>
          <a:p>
            <a:pPr lvl="1"/>
            <a:r>
              <a:rPr lang="en-GB"/>
              <a:t>Insights direct to user by email</a:t>
            </a:r>
          </a:p>
          <a:p>
            <a:pPr lvl="1"/>
            <a:r>
              <a:rPr lang="en-GB"/>
              <a:t>Dashboards closer to the submission interface </a:t>
            </a:r>
          </a:p>
        </p:txBody>
      </p:sp>
    </p:spTree>
    <p:extLst>
      <p:ext uri="{BB962C8B-B14F-4D97-AF65-F5344CB8AC3E}">
        <p14:creationId xmlns:p14="http://schemas.microsoft.com/office/powerpoint/2010/main" val="393291421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Metadata/LabelInfo.xml><?xml version="1.0" encoding="utf-8"?>
<clbl:labelList xmlns:clbl="http://schemas.microsoft.com/office/2020/mipLabelMetadata">
  <clbl:label id="{b75eb9d1-7479-4f8a-9240-cc5b19dbbc64}" enabled="1" method="Standard" siteId="{d1b36e95-0d50-42e9-958f-b63fa906bea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0</TotalTime>
  <Words>337</Words>
  <Application>Microsoft Office PowerPoint</Application>
  <PresentationFormat>Widescreen</PresentationFormat>
  <Paragraphs>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Corbel</vt:lpstr>
      <vt:lpstr>Wingdings 2</vt:lpstr>
      <vt:lpstr>Frame</vt:lpstr>
      <vt:lpstr>CourtLens</vt:lpstr>
      <vt:lpstr>Solution Overview</vt:lpstr>
      <vt:lpstr>Team Composition</vt:lpstr>
      <vt:lpstr>Project Plan</vt:lpstr>
      <vt:lpstr>Requirements and Design</vt:lpstr>
      <vt:lpstr>JIRA Board &amp; Scrum Metrics</vt:lpstr>
      <vt:lpstr>Architecture Overview</vt:lpstr>
      <vt:lpstr>Data Model</vt:lpstr>
      <vt:lpstr>Limitations &amp; Challenges</vt:lpstr>
      <vt:lpstr>Future Improvements &amp; Roadmap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Gregory Hinds</dc:creator>
  <cp:lastModifiedBy>Gregory Hinds</cp:lastModifiedBy>
  <cp:revision>1</cp:revision>
  <dcterms:created xsi:type="dcterms:W3CDTF">2026-09-24T04:53:43Z</dcterms:created>
  <dcterms:modified xsi:type="dcterms:W3CDTF">2026-09-24T22:42:01Z</dcterms:modified>
</cp:coreProperties>
</file>